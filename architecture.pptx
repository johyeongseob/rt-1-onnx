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75" d="100"/>
          <a:sy n="75" d="100"/>
        </p:scale>
        <p:origin x="648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D3384-96B6-D84F-EF89-8663325B0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DEADD4-9510-5417-532A-19FB23DAD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610DB3-5DC7-4C87-6F4E-41C05F85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A43B8-F5E5-D27B-EE88-2002AF8B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75A34-3947-84DB-7CCF-95E6D448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03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28E9E-C397-A6F6-D757-EDDC0B4A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107022-8DA0-AB45-E0F2-22B3D2A55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C5A76-F4B4-61DD-FF1B-42DCC938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78701-E42D-E0E9-896A-41AAF504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27FF1-6167-DBA2-66C5-8B368257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89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9EEDB-0C6B-4FA1-C003-C2B45B8F2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F37EA-5054-6745-349E-AFB39B906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65976-07CE-0EDF-DA43-54C2005B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3CA12-A06B-2056-EB6B-57B1552A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FA59B-A984-37D1-EA87-02AD4FDD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5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D8A87-3B78-F3FD-1A00-2E39399F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D26C6-C627-2D68-D040-F712275B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D2728C-A6B2-B0BA-BA95-C7375830C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355044-38D4-722C-3FFF-BBD0E2FB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A35710-911F-7C58-D104-BC99D2F9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B75A3-EB83-EAA2-110A-1AE5549F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8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42AFB-8576-D3AC-D370-9A7C073D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EBE3FD-515A-5041-5EB9-0CE759CC1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4BD96-9E42-53AB-7A20-2D506992E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D752FF-E516-7885-43AE-5FB502BB8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3315D3-B5E1-75F2-6CCB-EF3B875CE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BD1B33-2002-D25B-D64C-5AF8034B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D9306E-E3BA-427A-6080-38C9F58E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90B964-D96C-889C-FB2F-C928C214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2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B7131-2936-D23B-F3DC-D4F475A2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053505-478C-0E1E-CEAF-1FB9259A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94A47E-4954-117E-1618-B470B2C1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8ACB7-7BD9-CED3-270A-BBF823A3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61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ECF339-7C27-9619-5EBA-A1AC8429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5EA55C-ACE8-AEA0-9875-2494D3D8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A8BD7-875C-34CE-C222-56295959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46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4CD9D-2ECD-3304-B50F-8E494E29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17BA3-16D7-DFA1-FC4E-E43177357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9EFD29-F336-094B-EDBE-561BB7108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BC58BF-63A9-AF8A-6799-B4EBEDAC8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63F92B-0956-4A98-3C3A-3B81D6E7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1E2BA-5CDA-C67C-31B5-F78D71E2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63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8D998-64AB-AB5F-749D-FFC9B185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5F6947-C728-8085-EAA9-83BC73033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92D70D-C8BE-2D06-6CDA-38B14C848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688B7B-E407-0BA0-9597-E6D0AA6E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700AF1-E0A4-5C7D-2070-CE9C5403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4589E-E78A-FAF5-B361-3E008CBC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8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74FDC-5D2B-3027-6380-8752CDCF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257111-5BDE-BF90-B9E9-172A20A27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B58650-EB03-73E8-C97E-B15ED1BF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DA4B9-3809-DF1E-6482-F629304C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81131-D953-8545-F8A5-A44B2462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7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7E4558-87CF-54A8-5D30-64B45AB42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08327A-9910-DEDA-EF49-B1174B0D7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F03F4-D829-9986-54E2-E9D8E05B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CE96C-7189-2602-DD9B-6DB460B2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36AF3-87CA-36EE-0719-358A4A03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32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4D886F-9F5B-35F9-40AD-972BA611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7FC8AA-A1A6-5D84-0165-8A0E7A30F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D9613-3A24-BBFA-62B6-896E64E2E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7C385-55E6-4AB4-9190-39529B2BD19C}" type="datetimeFigureOut">
              <a:rPr lang="ko-KR" altLang="en-US" smtClean="0"/>
              <a:t>2026-08-08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4FC15-EA4A-8B3C-F9C2-765006E5F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BF71B-B2F7-E3B5-30B7-9ADE7D10B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EED02-97AF-4C4B-ADEE-471758922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01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016164AA-3889-9109-DA0D-F47ABD4CAF29}"/>
              </a:ext>
            </a:extLst>
          </p:cNvPr>
          <p:cNvGrpSpPr>
            <a:grpSpLocks noChangeAspect="1"/>
          </p:cNvGrpSpPr>
          <p:nvPr/>
        </p:nvGrpSpPr>
        <p:grpSpPr>
          <a:xfrm>
            <a:off x="922067" y="4076507"/>
            <a:ext cx="2292565" cy="1944000"/>
            <a:chOff x="833718" y="3076509"/>
            <a:chExt cx="2415090" cy="2047896"/>
          </a:xfrm>
        </p:grpSpPr>
        <p:pic>
          <p:nvPicPr>
            <p:cNvPr id="15" name="그림 14" descr="The image shows a cluttered, metallic shelf with a partially open drawer containing a can of soda, a bowl, and some other items, all placed on a patterned floor.&#10;&#10;AI 생성 콘텐츠는 정확하지 않을 수 있습니다.">
              <a:extLst>
                <a:ext uri="{FF2B5EF4-FFF2-40B4-BE49-F238E27FC236}">
                  <a16:creationId xmlns:a16="http://schemas.microsoft.com/office/drawing/2014/main" id="{04DBC9B1-DF7B-B460-FA13-CA58AEB3C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9553" y="3076509"/>
              <a:ext cx="2119255" cy="1695404"/>
            </a:xfrm>
            <a:prstGeom prst="rect">
              <a:avLst/>
            </a:prstGeom>
          </p:spPr>
        </p:pic>
        <p:pic>
          <p:nvPicPr>
            <p:cNvPr id="13" name="그림 12" descr="The image shows a cluttered countertop with a metallic tray containing a can of soda and a plate of food, with a person standing behind it.&#10;&#10;AI 생성 콘텐츠는 정확하지 않을 수 있습니다.">
              <a:extLst>
                <a:ext uri="{FF2B5EF4-FFF2-40B4-BE49-F238E27FC236}">
                  <a16:creationId xmlns:a16="http://schemas.microsoft.com/office/drawing/2014/main" id="{124BB413-9230-0F23-2AD8-22D7D14C8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764" y="3157191"/>
              <a:ext cx="2119255" cy="1695404"/>
            </a:xfrm>
            <a:prstGeom prst="rect">
              <a:avLst/>
            </a:prstGeom>
          </p:spPr>
        </p:pic>
        <p:pic>
          <p:nvPicPr>
            <p:cNvPr id="11" name="그림 10" descr="The image shows a metallic table with a can of soda and a plate, partially obscured by a person's reflection in the table's surface.&#10;&#10;AI 생성 콘텐츠는 정확하지 않을 수 있습니다.">
              <a:extLst>
                <a:ext uri="{FF2B5EF4-FFF2-40B4-BE49-F238E27FC236}">
                  <a16:creationId xmlns:a16="http://schemas.microsoft.com/office/drawing/2014/main" id="{16625C4B-6E02-2BA1-5B55-CD42ED959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219" y="3216358"/>
              <a:ext cx="2119254" cy="1695403"/>
            </a:xfrm>
            <a:prstGeom prst="rect">
              <a:avLst/>
            </a:prstGeom>
          </p:spPr>
        </p:pic>
        <p:pic>
          <p:nvPicPr>
            <p:cNvPr id="9" name="그림 8" descr="The image shows a person standing in front of a metallic table with a can of soda and a plate with a few food items on it.&#10;&#10;AI 생성 콘텐츠는 정확하지 않을 수 있습니다.">
              <a:extLst>
                <a:ext uri="{FF2B5EF4-FFF2-40B4-BE49-F238E27FC236}">
                  <a16:creationId xmlns:a16="http://schemas.microsoft.com/office/drawing/2014/main" id="{5CA0C081-3E32-59F4-793B-7CBE4C6EC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052" y="3297040"/>
              <a:ext cx="2119254" cy="1695403"/>
            </a:xfrm>
            <a:prstGeom prst="rect">
              <a:avLst/>
            </a:prstGeom>
          </p:spPr>
        </p:pic>
        <p:pic>
          <p:nvPicPr>
            <p:cNvPr id="7" name="그림 6" descr="The image shows a metallic, open workbench with a partially opened can of soda and a plate of food, surrounded by a person's reflection and some scattered items.&#10;&#10;AI 생성 콘텐츠는 정확하지 않을 수 있습니다.">
              <a:extLst>
                <a:ext uri="{FF2B5EF4-FFF2-40B4-BE49-F238E27FC236}">
                  <a16:creationId xmlns:a16="http://schemas.microsoft.com/office/drawing/2014/main" id="{D25825AB-B4F4-B20A-41BE-E733DDD2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884" y="3372342"/>
              <a:ext cx="2119256" cy="1695405"/>
            </a:xfrm>
            <a:prstGeom prst="rect">
              <a:avLst/>
            </a:prstGeom>
          </p:spPr>
        </p:pic>
        <p:pic>
          <p:nvPicPr>
            <p:cNvPr id="5" name="그림 4" descr="The image shows a small, metallic table with an open drawer containing a can of soda and a plate, situated in a cluttered, indoor environment.&#10;&#10;AI 생성 콘텐츠는 정확하지 않을 수 있습니다.">
              <a:extLst>
                <a:ext uri="{FF2B5EF4-FFF2-40B4-BE49-F238E27FC236}">
                  <a16:creationId xmlns:a16="http://schemas.microsoft.com/office/drawing/2014/main" id="{A760EC33-1889-3E53-707E-371B03A8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18" y="3429000"/>
              <a:ext cx="2119256" cy="169540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74C9226-E025-F578-0B3F-75A2AF7D2DE0}"/>
              </a:ext>
            </a:extLst>
          </p:cNvPr>
          <p:cNvSpPr txBox="1"/>
          <p:nvPr/>
        </p:nvSpPr>
        <p:spPr>
          <a:xfrm>
            <a:off x="1008722" y="6109431"/>
            <a:ext cx="211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Historical images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5D1AF06-3B08-F3AC-9692-9556F1EF0AAD}"/>
                  </a:ext>
                </a:extLst>
              </p:cNvPr>
              <p:cNvSpPr/>
              <p:nvPr/>
            </p:nvSpPr>
            <p:spPr>
              <a:xfrm>
                <a:off x="828531" y="554019"/>
                <a:ext cx="2479637" cy="3980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Text Emb.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5D1AF06-3B08-F3AC-9692-9556F1EF0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1" y="554019"/>
                <a:ext cx="2479637" cy="398033"/>
              </a:xfrm>
              <a:prstGeom prst="rect">
                <a:avLst/>
              </a:prstGeom>
              <a:blipFill>
                <a:blip r:embed="rId8"/>
                <a:stretch>
                  <a:fillRect t="-2941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DBF0675-734B-4823-C7FE-EE1782D94157}"/>
              </a:ext>
            </a:extLst>
          </p:cNvPr>
          <p:cNvCxnSpPr>
            <a:cxnSpLocks/>
            <a:stCxn id="18" idx="2"/>
            <a:endCxn id="85" idx="0"/>
          </p:cNvCxnSpPr>
          <p:nvPr/>
        </p:nvCxnSpPr>
        <p:spPr>
          <a:xfrm>
            <a:off x="2068350" y="952052"/>
            <a:ext cx="0" cy="303287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A1847B-51F5-6BA9-AED9-EA1A5B06EA85}"/>
              </a:ext>
            </a:extLst>
          </p:cNvPr>
          <p:cNvCxnSpPr>
            <a:cxnSpLocks/>
            <a:stCxn id="85" idx="2"/>
            <a:endCxn id="25" idx="0"/>
          </p:cNvCxnSpPr>
          <p:nvPr/>
        </p:nvCxnSpPr>
        <p:spPr>
          <a:xfrm>
            <a:off x="2068350" y="1584505"/>
            <a:ext cx="0" cy="303287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857E74-9025-386B-6399-882691C308AB}"/>
              </a:ext>
            </a:extLst>
          </p:cNvPr>
          <p:cNvSpPr/>
          <p:nvPr/>
        </p:nvSpPr>
        <p:spPr>
          <a:xfrm>
            <a:off x="828535" y="1887792"/>
            <a:ext cx="2479629" cy="3388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"close middle drawer"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FEF924F-7EBE-CA5E-0A58-C1834F02E39A}"/>
              </a:ext>
            </a:extLst>
          </p:cNvPr>
          <p:cNvCxnSpPr>
            <a:cxnSpLocks/>
            <a:stCxn id="89" idx="2"/>
            <a:endCxn id="146" idx="0"/>
          </p:cNvCxnSpPr>
          <p:nvPr/>
        </p:nvCxnSpPr>
        <p:spPr>
          <a:xfrm flipH="1">
            <a:off x="2068349" y="3763520"/>
            <a:ext cx="1" cy="235707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8A3E45-6818-FB86-D019-0D04A34BAB38}"/>
              </a:ext>
            </a:extLst>
          </p:cNvPr>
          <p:cNvSpPr/>
          <p:nvPr/>
        </p:nvSpPr>
        <p:spPr>
          <a:xfrm>
            <a:off x="828535" y="2792821"/>
            <a:ext cx="2479629" cy="3388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[B, 6, 300, 300, 3]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371E981-45EB-191A-0F8D-6DA2F5DC5A1B}"/>
              </a:ext>
            </a:extLst>
          </p:cNvPr>
          <p:cNvCxnSpPr>
            <a:cxnSpLocks/>
            <a:stCxn id="34" idx="2"/>
            <a:endCxn id="89" idx="0"/>
          </p:cNvCxnSpPr>
          <p:nvPr/>
        </p:nvCxnSpPr>
        <p:spPr>
          <a:xfrm>
            <a:off x="2068350" y="3131687"/>
            <a:ext cx="0" cy="302667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004D3F-4ADF-C87F-ABE4-1EC664E2A017}"/>
              </a:ext>
            </a:extLst>
          </p:cNvPr>
          <p:cNvSpPr/>
          <p:nvPr/>
        </p:nvSpPr>
        <p:spPr>
          <a:xfrm>
            <a:off x="3979433" y="1801146"/>
            <a:ext cx="3336594" cy="2304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0709F18-8864-F86D-8347-AEC6B38B2BF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3308164" y="2953514"/>
            <a:ext cx="671269" cy="8740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D2C8816-C416-7B46-4E4B-E7E26ABB770C}"/>
              </a:ext>
            </a:extLst>
          </p:cNvPr>
          <p:cNvSpPr txBox="1"/>
          <p:nvPr/>
        </p:nvSpPr>
        <p:spPr>
          <a:xfrm>
            <a:off x="4439274" y="4162880"/>
            <a:ext cx="24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FiLM-EfficientNet-B3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9559786-491D-A470-E2CB-6EDBE06B3B42}"/>
              </a:ext>
            </a:extLst>
          </p:cNvPr>
          <p:cNvSpPr/>
          <p:nvPr/>
        </p:nvSpPr>
        <p:spPr>
          <a:xfrm>
            <a:off x="4595628" y="2529730"/>
            <a:ext cx="324000" cy="84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FiLM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3A54C40-76A7-2B5D-4089-10A7FA9E099A}"/>
              </a:ext>
            </a:extLst>
          </p:cNvPr>
          <p:cNvSpPr/>
          <p:nvPr/>
        </p:nvSpPr>
        <p:spPr>
          <a:xfrm>
            <a:off x="5873171" y="2529730"/>
            <a:ext cx="324000" cy="8475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FiLM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B3115B-7321-FBFA-97B5-4C4B2D118B87}"/>
              </a:ext>
            </a:extLst>
          </p:cNvPr>
          <p:cNvSpPr txBox="1"/>
          <p:nvPr/>
        </p:nvSpPr>
        <p:spPr>
          <a:xfrm>
            <a:off x="5433958" y="2696095"/>
            <a:ext cx="44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51F0D0D8-7608-035E-49D8-1AF09E5848F1}"/>
              </a:ext>
            </a:extLst>
          </p:cNvPr>
          <p:cNvCxnSpPr>
            <a:cxnSpLocks/>
            <a:stCxn id="18" idx="3"/>
            <a:endCxn id="57" idx="0"/>
          </p:cNvCxnSpPr>
          <p:nvPr/>
        </p:nvCxnSpPr>
        <p:spPr>
          <a:xfrm>
            <a:off x="3308168" y="753036"/>
            <a:ext cx="1449460" cy="1776694"/>
          </a:xfrm>
          <a:prstGeom prst="bentConnector2">
            <a:avLst/>
          </a:prstGeom>
          <a:ln w="22225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A06C9C47-6718-8DF0-9453-C795F0AC0B1C}"/>
              </a:ext>
            </a:extLst>
          </p:cNvPr>
          <p:cNvCxnSpPr>
            <a:cxnSpLocks/>
            <a:stCxn id="18" idx="3"/>
            <a:endCxn id="61" idx="0"/>
          </p:cNvCxnSpPr>
          <p:nvPr/>
        </p:nvCxnSpPr>
        <p:spPr>
          <a:xfrm>
            <a:off x="3308168" y="753036"/>
            <a:ext cx="2727003" cy="1776694"/>
          </a:xfrm>
          <a:prstGeom prst="bentConnector2">
            <a:avLst/>
          </a:prstGeom>
          <a:ln w="22225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D08F92E-9A02-BC53-A6BC-AEC90892BF79}"/>
              </a:ext>
            </a:extLst>
          </p:cNvPr>
          <p:cNvCxnSpPr>
            <a:cxnSpLocks/>
            <a:stCxn id="93" idx="0"/>
            <a:endCxn id="57" idx="1"/>
          </p:cNvCxnSpPr>
          <p:nvPr/>
        </p:nvCxnSpPr>
        <p:spPr>
          <a:xfrm>
            <a:off x="4444653" y="2953513"/>
            <a:ext cx="150975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E60E3F5-83F0-18B1-6A55-59FB81703A8C}"/>
              </a:ext>
            </a:extLst>
          </p:cNvPr>
          <p:cNvCxnSpPr>
            <a:cxnSpLocks/>
            <a:stCxn id="57" idx="3"/>
            <a:endCxn id="96" idx="2"/>
          </p:cNvCxnSpPr>
          <p:nvPr/>
        </p:nvCxnSpPr>
        <p:spPr>
          <a:xfrm>
            <a:off x="4919628" y="2953513"/>
            <a:ext cx="164732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A079D804-94F6-D1F1-0AC2-CA69F6907171}"/>
              </a:ext>
            </a:extLst>
          </p:cNvPr>
          <p:cNvCxnSpPr>
            <a:cxnSpLocks/>
            <a:stCxn id="61" idx="3"/>
            <a:endCxn id="99" idx="2"/>
          </p:cNvCxnSpPr>
          <p:nvPr/>
        </p:nvCxnSpPr>
        <p:spPr>
          <a:xfrm>
            <a:off x="6197171" y="2953513"/>
            <a:ext cx="174881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5BC87E6-49BE-8E71-F412-66C36387C3B3}"/>
              </a:ext>
            </a:extLst>
          </p:cNvPr>
          <p:cNvSpPr/>
          <p:nvPr/>
        </p:nvSpPr>
        <p:spPr>
          <a:xfrm>
            <a:off x="6870933" y="2148079"/>
            <a:ext cx="324000" cy="16108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[B,6,81,512]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사다리꼴 84">
            <a:extLst>
              <a:ext uri="{FF2B5EF4-FFF2-40B4-BE49-F238E27FC236}">
                <a16:creationId xmlns:a16="http://schemas.microsoft.com/office/drawing/2014/main" id="{A7B3B8C9-3C7B-6235-97F9-8FD74A64D5F0}"/>
              </a:ext>
            </a:extLst>
          </p:cNvPr>
          <p:cNvSpPr/>
          <p:nvPr/>
        </p:nvSpPr>
        <p:spPr>
          <a:xfrm>
            <a:off x="828531" y="1255339"/>
            <a:ext cx="2479637" cy="329166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USE-L/5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9" name="사다리꼴 88">
            <a:extLst>
              <a:ext uri="{FF2B5EF4-FFF2-40B4-BE49-F238E27FC236}">
                <a16:creationId xmlns:a16="http://schemas.microsoft.com/office/drawing/2014/main" id="{0184DC75-DE2A-4438-3B87-4F31B97FE370}"/>
              </a:ext>
            </a:extLst>
          </p:cNvPr>
          <p:cNvSpPr/>
          <p:nvPr/>
        </p:nvSpPr>
        <p:spPr>
          <a:xfrm>
            <a:off x="828531" y="3434354"/>
            <a:ext cx="2479637" cy="329166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Normalize + Resize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사다리꼴 92">
            <a:extLst>
              <a:ext uri="{FF2B5EF4-FFF2-40B4-BE49-F238E27FC236}">
                <a16:creationId xmlns:a16="http://schemas.microsoft.com/office/drawing/2014/main" id="{5F9E1622-BF48-F518-07D6-0C6A3A3A7D40}"/>
              </a:ext>
            </a:extLst>
          </p:cNvPr>
          <p:cNvSpPr/>
          <p:nvPr/>
        </p:nvSpPr>
        <p:spPr>
          <a:xfrm rot="5400000">
            <a:off x="3279011" y="2791513"/>
            <a:ext cx="2007284" cy="324000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MBConv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6" name="사다리꼴 95">
            <a:extLst>
              <a:ext uri="{FF2B5EF4-FFF2-40B4-BE49-F238E27FC236}">
                <a16:creationId xmlns:a16="http://schemas.microsoft.com/office/drawing/2014/main" id="{3B0C9741-FF81-3A7D-9509-7AF28D159D98}"/>
              </a:ext>
            </a:extLst>
          </p:cNvPr>
          <p:cNvSpPr/>
          <p:nvPr/>
        </p:nvSpPr>
        <p:spPr>
          <a:xfrm rot="5400000">
            <a:off x="4242718" y="2791513"/>
            <a:ext cx="2007284" cy="324000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MBConv</a:t>
            </a:r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사다리꼴 98">
                <a:extLst>
                  <a:ext uri="{FF2B5EF4-FFF2-40B4-BE49-F238E27FC236}">
                    <a16:creationId xmlns:a16="http://schemas.microsoft.com/office/drawing/2014/main" id="{BE99506B-94B9-FFD7-F737-F9DA5A0E4247}"/>
                  </a:ext>
                </a:extLst>
              </p:cNvPr>
              <p:cNvSpPr/>
              <p:nvPr/>
            </p:nvSpPr>
            <p:spPr>
              <a:xfrm rot="5400000">
                <a:off x="5530410" y="2791513"/>
                <a:ext cx="2007284" cy="324000"/>
              </a:xfrm>
              <a:prstGeom prst="trapezoi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72000" rIns="72000" rtlCol="0" anchor="ctr">
                <a:scene3d>
                  <a:camera prst="orthographicFront">
                    <a:rot lat="0" lon="0" rev="1080000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Linear 1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1 Conv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9" name="사다리꼴 98">
                <a:extLst>
                  <a:ext uri="{FF2B5EF4-FFF2-40B4-BE49-F238E27FC236}">
                    <a16:creationId xmlns:a16="http://schemas.microsoft.com/office/drawing/2014/main" id="{BE99506B-94B9-FFD7-F737-F9DA5A0E4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530410" y="2791513"/>
                <a:ext cx="2007284" cy="324000"/>
              </a:xfrm>
              <a:prstGeom prst="trapezoid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사다리꼴 103">
            <a:extLst>
              <a:ext uri="{FF2B5EF4-FFF2-40B4-BE49-F238E27FC236}">
                <a16:creationId xmlns:a16="http://schemas.microsoft.com/office/drawing/2014/main" id="{FB5666F9-684F-B48F-0775-A030F8579D28}"/>
              </a:ext>
            </a:extLst>
          </p:cNvPr>
          <p:cNvSpPr/>
          <p:nvPr/>
        </p:nvSpPr>
        <p:spPr>
          <a:xfrm rot="5400000">
            <a:off x="6732566" y="2791513"/>
            <a:ext cx="2007284" cy="324000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rIns="72000"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TokenLeraner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3554A5B-0170-EF47-BEF5-7210F271F9DB}"/>
              </a:ext>
            </a:extLst>
          </p:cNvPr>
          <p:cNvSpPr/>
          <p:nvPr/>
        </p:nvSpPr>
        <p:spPr>
          <a:xfrm>
            <a:off x="8116121" y="2148079"/>
            <a:ext cx="324000" cy="16108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[B,6,8,512]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9D301F63-5A6F-1A26-EC38-256C183FB89A}"/>
              </a:ext>
            </a:extLst>
          </p:cNvPr>
          <p:cNvCxnSpPr>
            <a:cxnSpLocks/>
            <a:stCxn id="99" idx="0"/>
            <a:endCxn id="84" idx="1"/>
          </p:cNvCxnSpPr>
          <p:nvPr/>
        </p:nvCxnSpPr>
        <p:spPr>
          <a:xfrm>
            <a:off x="6696052" y="2953513"/>
            <a:ext cx="174881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65CFBD60-9FE4-6FE1-B862-1800EE56EE2F}"/>
              </a:ext>
            </a:extLst>
          </p:cNvPr>
          <p:cNvCxnSpPr>
            <a:cxnSpLocks/>
            <a:stCxn id="84" idx="3"/>
            <a:endCxn id="104" idx="2"/>
          </p:cNvCxnSpPr>
          <p:nvPr/>
        </p:nvCxnSpPr>
        <p:spPr>
          <a:xfrm flipV="1">
            <a:off x="7194933" y="2953513"/>
            <a:ext cx="379275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FF7EAC54-025A-6E63-7D68-F29FDDD6AB17}"/>
              </a:ext>
            </a:extLst>
          </p:cNvPr>
          <p:cNvCxnSpPr>
            <a:cxnSpLocks/>
            <a:stCxn id="104" idx="0"/>
            <a:endCxn id="106" idx="1"/>
          </p:cNvCxnSpPr>
          <p:nvPr/>
        </p:nvCxnSpPr>
        <p:spPr>
          <a:xfrm>
            <a:off x="7898208" y="2953513"/>
            <a:ext cx="217913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B534A0B-8618-8A8B-4F2B-159F1DD97315}"/>
              </a:ext>
            </a:extLst>
          </p:cNvPr>
          <p:cNvSpPr/>
          <p:nvPr/>
        </p:nvSpPr>
        <p:spPr>
          <a:xfrm>
            <a:off x="9220416" y="1801146"/>
            <a:ext cx="1392168" cy="2304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0" name="사다리꼴 119">
            <a:extLst>
              <a:ext uri="{FF2B5EF4-FFF2-40B4-BE49-F238E27FC236}">
                <a16:creationId xmlns:a16="http://schemas.microsoft.com/office/drawing/2014/main" id="{B21675B1-79E7-5944-D0A7-491433BB1802}"/>
              </a:ext>
            </a:extLst>
          </p:cNvPr>
          <p:cNvSpPr/>
          <p:nvPr/>
        </p:nvSpPr>
        <p:spPr>
          <a:xfrm rot="5400000">
            <a:off x="8506662" y="2791513"/>
            <a:ext cx="2007284" cy="324000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rIns="72000"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Self-Attention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2" name="사다리꼴 121">
            <a:extLst>
              <a:ext uri="{FF2B5EF4-FFF2-40B4-BE49-F238E27FC236}">
                <a16:creationId xmlns:a16="http://schemas.microsoft.com/office/drawing/2014/main" id="{557BA6FD-5A27-8993-5734-FD0356634F11}"/>
              </a:ext>
            </a:extLst>
          </p:cNvPr>
          <p:cNvSpPr/>
          <p:nvPr/>
        </p:nvSpPr>
        <p:spPr>
          <a:xfrm rot="5400000">
            <a:off x="9312967" y="2791513"/>
            <a:ext cx="2007284" cy="324000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rIns="72000"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Self-Attention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CCD781B6-685A-0756-39D7-F4A860279F81}"/>
              </a:ext>
            </a:extLst>
          </p:cNvPr>
          <p:cNvCxnSpPr>
            <a:cxnSpLocks/>
            <a:stCxn id="106" idx="3"/>
            <a:endCxn id="183" idx="1"/>
          </p:cNvCxnSpPr>
          <p:nvPr/>
        </p:nvCxnSpPr>
        <p:spPr>
          <a:xfrm>
            <a:off x="8440121" y="2953514"/>
            <a:ext cx="307269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94B4BAE-E9DD-57CD-1B65-343D96A3EFD3}"/>
              </a:ext>
            </a:extLst>
          </p:cNvPr>
          <p:cNvSpPr txBox="1"/>
          <p:nvPr/>
        </p:nvSpPr>
        <p:spPr>
          <a:xfrm>
            <a:off x="9188434" y="4162880"/>
            <a:ext cx="145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72B101D3-8E7A-44C9-06A5-F9BDEA59A8A6}"/>
              </a:ext>
            </a:extLst>
          </p:cNvPr>
          <p:cNvCxnSpPr>
            <a:cxnSpLocks/>
            <a:stCxn id="122" idx="0"/>
            <a:endCxn id="137" idx="1"/>
          </p:cNvCxnSpPr>
          <p:nvPr/>
        </p:nvCxnSpPr>
        <p:spPr>
          <a:xfrm>
            <a:off x="10478609" y="2953513"/>
            <a:ext cx="423095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3733B6F-9537-A246-6C06-867EF7E7C3FA}"/>
              </a:ext>
            </a:extLst>
          </p:cNvPr>
          <p:cNvSpPr/>
          <p:nvPr/>
        </p:nvSpPr>
        <p:spPr>
          <a:xfrm>
            <a:off x="10901704" y="1801146"/>
            <a:ext cx="324000" cy="23047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Arm(7), Base(3), Mode(1)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FA912A7-772E-13CF-2C76-9CD499F79AA6}"/>
              </a:ext>
            </a:extLst>
          </p:cNvPr>
          <p:cNvSpPr txBox="1"/>
          <p:nvPr/>
        </p:nvSpPr>
        <p:spPr>
          <a:xfrm>
            <a:off x="10598552" y="4162880"/>
            <a:ext cx="930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B9FD593-3BEB-0AF5-AD6B-6548CD891C8F}"/>
              </a:ext>
            </a:extLst>
          </p:cNvPr>
          <p:cNvSpPr/>
          <p:nvPr/>
        </p:nvSpPr>
        <p:spPr>
          <a:xfrm>
            <a:off x="828530" y="3999227"/>
            <a:ext cx="2479638" cy="20896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5ECAD35-0A3F-EE0D-3C4E-AB863F88D96B}"/>
              </a:ext>
            </a:extLst>
          </p:cNvPr>
          <p:cNvSpPr txBox="1"/>
          <p:nvPr/>
        </p:nvSpPr>
        <p:spPr>
          <a:xfrm>
            <a:off x="9694175" y="2696095"/>
            <a:ext cx="44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A56E8593-8E77-FB8B-32B4-26E9039C0132}"/>
              </a:ext>
            </a:extLst>
          </p:cNvPr>
          <p:cNvSpPr/>
          <p:nvPr/>
        </p:nvSpPr>
        <p:spPr>
          <a:xfrm>
            <a:off x="7239383" y="554019"/>
            <a:ext cx="2727003" cy="3980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Action slots [B,6,11,512]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1F568225-157C-EF21-151A-A0F0B701C815}"/>
              </a:ext>
            </a:extLst>
          </p:cNvPr>
          <p:cNvCxnSpPr>
            <a:cxnSpLocks/>
            <a:stCxn id="160" idx="2"/>
          </p:cNvCxnSpPr>
          <p:nvPr/>
        </p:nvCxnSpPr>
        <p:spPr>
          <a:xfrm flipH="1">
            <a:off x="8586748" y="952052"/>
            <a:ext cx="0" cy="2007283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6DC25DE-3E33-B9B8-8035-585080EB371A}"/>
              </a:ext>
            </a:extLst>
          </p:cNvPr>
          <p:cNvSpPr/>
          <p:nvPr/>
        </p:nvSpPr>
        <p:spPr>
          <a:xfrm>
            <a:off x="8747390" y="2148079"/>
            <a:ext cx="324000" cy="16108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[B,114,512]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3FA5F482-ABC6-C048-8352-310657675D20}"/>
              </a:ext>
            </a:extLst>
          </p:cNvPr>
          <p:cNvCxnSpPr>
            <a:cxnSpLocks/>
            <a:stCxn id="183" idx="3"/>
            <a:endCxn id="120" idx="2"/>
          </p:cNvCxnSpPr>
          <p:nvPr/>
        </p:nvCxnSpPr>
        <p:spPr>
          <a:xfrm flipV="1">
            <a:off x="9071390" y="2953513"/>
            <a:ext cx="276914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4E2A074E-8320-9162-1114-2F81E3DBA5D7}"/>
              </a:ext>
            </a:extLst>
          </p:cNvPr>
          <p:cNvSpPr txBox="1"/>
          <p:nvPr/>
        </p:nvSpPr>
        <p:spPr>
          <a:xfrm>
            <a:off x="8587741" y="1276926"/>
            <a:ext cx="64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39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80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HYEONG SEOB</dc:creator>
  <cp:lastModifiedBy>JO HYEONG SEOB</cp:lastModifiedBy>
  <cp:revision>2</cp:revision>
  <dcterms:created xsi:type="dcterms:W3CDTF">2026-08-08T14:52:24Z</dcterms:created>
  <dcterms:modified xsi:type="dcterms:W3CDTF">2026-08-08T15:53:15Z</dcterms:modified>
</cp:coreProperties>
</file>